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D1FFD-1A2B-4064-BEF7-D55ED874F773}" v="27" dt="2025-07-21T15:26:01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1641-CC97-12A9-0EED-27336FEC7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3A849-DBDE-70AF-2FBB-79BCCE3AC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804F0-2643-BE8A-F306-B8F46952C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B97AD-E137-FC8F-912A-1232C8B5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AD071-3E01-E5B2-8E0C-FF03FF5A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F086-077C-4303-419D-98111CFB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35F9-1B66-2F00-53A3-7B514696D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84AAE-A454-557A-74AC-FB9970D7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E9640-7BDF-4DE4-F3D1-514C810D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08556-6B49-253C-A113-5B3EDD45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02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2686F-FB35-B0B9-5CD9-D32718FD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AA21C-38EA-52F7-0AE7-D43EAC43C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EF9D7-9DE7-F167-E548-C7F6797D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64357-A1D7-459B-BBD1-4E77B064A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19946-4387-56B1-3E33-15B2C760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03B5-711F-0C65-7A7F-9BFD7206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DB500-F831-B55D-683E-A83CFAB90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DA234-D133-F5B1-D0DF-50C551033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920A3-0E53-A3E1-739D-806AE098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7416D-38A1-F79D-D145-430E2979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F10C5-1B04-747D-BD11-981B282F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36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B4314-BA81-D69D-F479-1CF10B19A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69FDF-0E41-6391-077D-38F8BFCEF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A1A07-C21A-70E2-9F5E-C47F7F94E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37E1C-0B7B-D664-708E-328221562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79071-B6FE-EA69-929F-719B4FB48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FE574F-18F0-6E0F-420E-177E9F73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2712-6F54-5F64-15A3-D295B6CE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13754B-B468-506C-69C3-FC9540C3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2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1BEC8-15F2-FB0C-BBD2-B03A1441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0D8C3-9DE5-C790-C81E-68E37DE3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3CFAC-C998-CFF0-4960-D4EA2D30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F88B1-7CD6-F7BF-10E4-D0F1198D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9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DD3B32-6702-8281-8AC6-C2645E8F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07585-057C-7442-E096-83456D53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47A8C-6B4B-3D22-1DF9-63B1AD9B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8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116E-1DA9-9FEC-4AAA-A521958D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A38FD-A6EF-97B2-AC9E-30100C9F4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98736-C3F9-3D54-E399-25820AFEF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BF323-B62B-2320-9405-9B172E0C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F8652-6938-4DCB-3FA9-EA2813807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D1B25-19E8-BA76-7B4A-CBD6073B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9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40C1-61E0-990C-8D09-F9EA5A4D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24EE00-AE46-319B-408E-4F1D09316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A34B8-0421-4CDA-AA59-30F5469ED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0F116-DF18-AC96-4F53-0A41516C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8BE7A-2013-847A-C1C1-D87880C0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6B78E-3BAE-D29B-2CC8-6A61793A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75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B9C3-0186-2A83-9EBE-9B1C47A3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DD002-FABF-000F-5054-64BA0D545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CFD24-68EA-52D6-FB31-E299FB40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79B05-D62A-F060-3AE1-8FAA3DFE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1468F-77A0-4A6E-E52E-43BE82BF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8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4EB534-190A-AD9E-0A9C-71B8AF182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ABF3F-6AF6-5A3C-588A-D79558BAF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7D70A-CB13-74EA-0C16-708B727E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DA4AC-F042-DEBD-D9AB-D76B21F97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E6D3F-3903-6632-BFA1-78D51C937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7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0C640D-2E08-699F-45B6-8F6C76DC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9B039-C8EE-66AB-633F-428758CC7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F0D1E-ADF2-ABE0-7828-8388FA6D3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5F9F5-FCB3-46AE-BDDD-505E07A2F45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15486-F395-269D-8839-9461A3088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00936-8C3E-1E0D-681F-0507AE303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A6CB11-96F8-401B-B0BF-B4AAD8E44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7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C9FC-39C9-7784-B4C7-C56503297D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SOCS3 expression in</a:t>
            </a:r>
            <a:br>
              <a:rPr lang="en-US" dirty="0"/>
            </a:br>
            <a:r>
              <a:rPr lang="en-US" dirty="0"/>
              <a:t>3 different types of LCL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4E413-675D-B23D-5C57-9CE8323A5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Yongjia Feng</a:t>
            </a:r>
          </a:p>
          <a:p>
            <a:r>
              <a:rPr lang="en-US" dirty="0"/>
              <a:t>6/21/2025</a:t>
            </a:r>
          </a:p>
        </p:txBody>
      </p:sp>
    </p:spTree>
    <p:extLst>
      <p:ext uri="{BB962C8B-B14F-4D97-AF65-F5344CB8AC3E}">
        <p14:creationId xmlns:p14="http://schemas.microsoft.com/office/powerpoint/2010/main" val="327645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A89E361-3079-7C41-FC55-A6A58D951401}"/>
              </a:ext>
            </a:extLst>
          </p:cNvPr>
          <p:cNvGrpSpPr/>
          <p:nvPr/>
        </p:nvGrpSpPr>
        <p:grpSpPr>
          <a:xfrm>
            <a:off x="760018" y="0"/>
            <a:ext cx="10360420" cy="6991350"/>
            <a:chOff x="783769" y="177087"/>
            <a:chExt cx="10360420" cy="699135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41CA92-FD44-6229-DFC1-FDC6D88005C9}"/>
                </a:ext>
              </a:extLst>
            </p:cNvPr>
            <p:cNvSpPr/>
            <p:nvPr/>
          </p:nvSpPr>
          <p:spPr>
            <a:xfrm flipH="1">
              <a:off x="783769" y="4227616"/>
              <a:ext cx="10153405" cy="1469860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0478856E-F65F-9367-EB9A-DD5D070CA9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5054536"/>
                </p:ext>
              </p:extLst>
            </p:nvPr>
          </p:nvGraphicFramePr>
          <p:xfrm>
            <a:off x="2708214" y="177087"/>
            <a:ext cx="8435975" cy="6991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rism 10" r:id="rId2" imgW="3459104" imgH="2866466" progId="Prism10.Document">
                    <p:embed/>
                  </p:oleObj>
                </mc:Choice>
                <mc:Fallback>
                  <p:oleObj name="Prism 10" r:id="rId2" imgW="3459104" imgH="2866466" progId="Prism10.Document">
                    <p:embed/>
                    <p:pic>
                      <p:nvPicPr>
                        <p:cNvPr id="4" name="Object 3">
                          <a:extLst>
                            <a:ext uri="{FF2B5EF4-FFF2-40B4-BE49-F238E27FC236}">
                              <a16:creationId xmlns:a16="http://schemas.microsoft.com/office/drawing/2014/main" id="{0478856E-F65F-9367-EB9A-DD5D070CA9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708214" y="177087"/>
                          <a:ext cx="8435975" cy="6991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C824D8-CE77-B5E5-781D-B92CA80F757A}"/>
                </a:ext>
              </a:extLst>
            </p:cNvPr>
            <p:cNvSpPr/>
            <p:nvPr/>
          </p:nvSpPr>
          <p:spPr>
            <a:xfrm flipH="1">
              <a:off x="783770" y="2757756"/>
              <a:ext cx="10153404" cy="1469860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3B1C01-E8F3-1F7F-1175-1BD1A7D83C78}"/>
                </a:ext>
              </a:extLst>
            </p:cNvPr>
            <p:cNvSpPr/>
            <p:nvPr/>
          </p:nvSpPr>
          <p:spPr>
            <a:xfrm flipH="1">
              <a:off x="783770" y="1287896"/>
              <a:ext cx="10153403" cy="1469860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CDE28E-5789-B694-A07C-90F8315B9437}"/>
                </a:ext>
              </a:extLst>
            </p:cNvPr>
            <p:cNvSpPr txBox="1"/>
            <p:nvPr/>
          </p:nvSpPr>
          <p:spPr>
            <a:xfrm>
              <a:off x="1047248" y="4777880"/>
              <a:ext cx="10647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highlight>
                    <a:srgbClr val="00FF00"/>
                  </a:highlight>
                </a:rPr>
                <a:t>Wildtype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F18FFF-BB5B-96A3-8A36-C416C5DC4B26}"/>
                </a:ext>
              </a:extLst>
            </p:cNvPr>
            <p:cNvSpPr txBox="1"/>
            <p:nvPr/>
          </p:nvSpPr>
          <p:spPr>
            <a:xfrm>
              <a:off x="875312" y="3244334"/>
              <a:ext cx="2098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highlight>
                    <a:srgbClr val="800000"/>
                  </a:highlight>
                </a:rPr>
                <a:t>Low STAT3 function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8C8A4B-147F-1EA6-F4E3-32383B13A4DD}"/>
                </a:ext>
              </a:extLst>
            </p:cNvPr>
            <p:cNvSpPr txBox="1"/>
            <p:nvPr/>
          </p:nvSpPr>
          <p:spPr>
            <a:xfrm>
              <a:off x="783769" y="1719694"/>
              <a:ext cx="17700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highlight>
                    <a:srgbClr val="FF0000"/>
                  </a:highlight>
                </a:rPr>
                <a:t>Gain of function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56D9604-A37F-108B-1185-85840AE8C50B}"/>
              </a:ext>
            </a:extLst>
          </p:cNvPr>
          <p:cNvSpPr txBox="1"/>
          <p:nvPr/>
        </p:nvSpPr>
        <p:spPr>
          <a:xfrm>
            <a:off x="308901" y="6070653"/>
            <a:ext cx="5923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Wildtype without SD2301 &amp; IL21 as control in bottom lane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57E651-07E7-233D-7504-770DE129E3D0}"/>
              </a:ext>
            </a:extLst>
          </p:cNvPr>
          <p:cNvSpPr txBox="1"/>
          <p:nvPr/>
        </p:nvSpPr>
        <p:spPr>
          <a:xfrm>
            <a:off x="8636258" y="126379"/>
            <a:ext cx="28734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 = stat3 degrader</a:t>
            </a:r>
          </a:p>
          <a:p>
            <a:r>
              <a:rPr lang="en-US" dirty="0"/>
              <a:t>21+ = IL21 stimulus (vs 21-)</a:t>
            </a:r>
          </a:p>
          <a:p>
            <a:r>
              <a:rPr lang="en-US"/>
              <a:t>SOCS3 </a:t>
            </a:r>
            <a:r>
              <a:rPr lang="en-US" dirty="0"/>
              <a:t>detected by </a:t>
            </a:r>
            <a:r>
              <a:rPr lang="en-US" dirty="0" err="1"/>
              <a:t>rtPCR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6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46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Prism 10</vt:lpstr>
      <vt:lpstr>SOCS3 expression in 3 different types of LCL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yongjia</dc:creator>
  <cp:lastModifiedBy>Higgins, Peter (Peter)</cp:lastModifiedBy>
  <cp:revision>2</cp:revision>
  <dcterms:created xsi:type="dcterms:W3CDTF">2025-07-17T18:56:48Z</dcterms:created>
  <dcterms:modified xsi:type="dcterms:W3CDTF">2025-11-03T21:03:51Z</dcterms:modified>
</cp:coreProperties>
</file>